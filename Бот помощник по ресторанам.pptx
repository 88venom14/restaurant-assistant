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C3FB25-F30A-4AB3-84FC-32699D0CD622}">
  <a:tblStyle styleId="{80C3FB25-F30A-4AB3-84FC-32699D0CD6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31f0cfcea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31f0cfcea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1f0cfcea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1f0cfcea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1f0cfcea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31f0cfce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31f0cfcea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31f0cfce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31f0cfcea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31f0cfcea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31f0cfcea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31f0cfcea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31f0cfcea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31f0cfcea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31f0cfcea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31f0cfcea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73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Бот помощник по ресторанам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878550" y="4452375"/>
            <a:ext cx="4265400" cy="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Сделал: Чернаков Артём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737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Для кого этот продукт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1035438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{80C3FB25-F30A-4AB3-84FC-32699D0CD622}</a:tableStyleId>
              </a:tblPr>
              <a:tblGrid>
                <a:gridCol w="1657175"/>
                <a:gridCol w="541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Путешественники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Быстро найти ресторан в незнакомом городе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Местные жители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Открыть новые места рядом с домом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Бизнес-ланчи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Подобрать ресторан для деловой встречи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Туристы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Найти кухню определённой национальности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737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Основной функционал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1035438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{80C3FB25-F30A-4AB3-84FC-32699D0CD622}</a:tableStyleId>
              </a:tblPr>
              <a:tblGrid>
                <a:gridCol w="1657175"/>
                <a:gridCol w="541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Поиск по городу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Ввод названия города → получение списка ресторанов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Пагинация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Кнопка "Показать ещё" для загрузки следующих 10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Сброс поиска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Очистка истории и начало нового поиска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Автосохранение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история чата сохраняется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73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Стек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73" name="Google Shape;73;p16" title="electron-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5178" y="1877375"/>
            <a:ext cx="957600" cy="9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Next.j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8224" y="1877638"/>
            <a:ext cx="957600" cy="9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ts-logo-2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1090" y="1877400"/>
            <a:ext cx="957600" cy="9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Reac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3962" y="1804700"/>
            <a:ext cx="1102975" cy="11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1822426" y="2907700"/>
            <a:ext cx="88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Next js</a:t>
            </a:r>
            <a:endParaRPr sz="160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088188" y="2907700"/>
            <a:ext cx="134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TypeScript</a:t>
            </a:r>
            <a:endParaRPr sz="160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935288" y="2907700"/>
            <a:ext cx="78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React</a:t>
            </a:r>
            <a:endParaRPr sz="160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6332176" y="2907700"/>
            <a:ext cx="102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Electron</a:t>
            </a:r>
            <a:endParaRPr sz="160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73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99575" y="4342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Дизайн проекта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625" y="1040900"/>
            <a:ext cx="5816448" cy="36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73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313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Структура проекта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224" y="327025"/>
            <a:ext cx="4044152" cy="46024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8"/>
          <p:cNvGraphicFramePr/>
          <p:nvPr/>
        </p:nvGraphicFramePr>
        <p:xfrm>
          <a:off x="218925" y="1438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{80C3FB25-F30A-4AB3-84FC-32699D0CD622}</a:tableStyleId>
              </a:tblPr>
              <a:tblGrid>
                <a:gridCol w="4460650"/>
              </a:tblGrid>
              <a:tr h="312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restaurant-assistant/</a:t>
                      </a:r>
                      <a:endParaRPr b="1"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├── electron/  (main.js, preload.js)</a:t>
                      </a:r>
                      <a:endParaRPr b="1"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├── src/</a:t>
                      </a:r>
                      <a:endParaRPr b="1"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│   ├── app/   (api/chat/route.ts, page.tsx, layout.tsx)</a:t>
                      </a:r>
                      <a:endParaRPr b="1"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│   ├── components/ (Chat.tsx, MessageBubble.tsx, QuickActions.tsx)</a:t>
                      </a:r>
                      <a:endParaRPr b="1"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│   ├── lib/      (2gis.ts, assistant.ts)</a:t>
                      </a:r>
                      <a:endParaRPr b="1"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│   └── types/    (index.ts)</a:t>
                      </a:r>
                      <a:endParaRPr b="1"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├── dist/         (Установщик .exe)</a:t>
                      </a:r>
                      <a:endParaRPr b="1"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└── Конфигурация  (package.json, next.config.js, tsconfig.json)</a:t>
                      </a:r>
                      <a:endParaRPr b="1"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73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Компоненты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0" l="0" r="0" t="1088"/>
          <a:stretch/>
        </p:blipFill>
        <p:spPr>
          <a:xfrm>
            <a:off x="311700" y="1837950"/>
            <a:ext cx="3814550" cy="28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1354975" y="1323788"/>
            <a:ext cx="17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Поиск ресторанов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6575" y="1837950"/>
            <a:ext cx="4572676" cy="11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5728900" y="1323788"/>
            <a:ext cx="17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Компонент чата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73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Репозиторий GitHub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8" name="Google Shape;108;p20" title="qrcode_326012754_eff313c637ad421b2a5774d1a9143f68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1113" y="1017713"/>
            <a:ext cx="3141725" cy="314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2400738" y="4382225"/>
            <a:ext cx="434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https://github.com/88venom14/restaurant-assistant</a:t>
            </a:r>
            <a:endParaRPr b="1" sz="1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73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swald"/>
                <a:ea typeface="Oswald"/>
                <a:cs typeface="Oswald"/>
                <a:sym typeface="Oswald"/>
              </a:rPr>
              <a:t>Спасибо за внимание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